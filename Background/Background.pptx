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6" r:id="rId2"/>
    <p:sldId id="28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7B428-AF7D-4AA4-A9E2-20DCF380562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6884B-11FF-42AC-8FAC-0183ECDF7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515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A7157-9F00-4EE6-B9CA-45C0EF3FCE5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038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F7D07-1F33-632D-E59F-9443C94D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B02DC-4945-FF27-6ADD-C1E3CC81E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02B61-91AB-1351-F1F7-FFE4F982D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BB9D1-F956-7F27-41BF-A5D8D8B2A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A7157-9F00-4EE6-B9CA-45C0EF3FCE5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944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7623-6862-C221-2E68-9E6352366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F5DE1-CE9A-B5A0-95A6-A45ECD684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9A057-89AA-2C64-9F7D-E68A961B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E861-AEFB-4A2A-BD73-3575388C019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025D-A757-CF4F-96FE-8D830683A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55704-C83F-DE92-CD94-E4623A22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CF906-6A89-43A0-9C78-5042014F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379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B5F8D-767A-5646-BE67-203A1124E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E8E31-249D-1022-B6E0-D2D907B0E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4728F-BA66-2637-E7FD-50D387A7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E861-AEFB-4A2A-BD73-3575388C019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79273-8523-7329-A672-E68278E7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6CCB4-F4B0-7DC9-1E35-CFE580209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CF906-6A89-43A0-9C78-5042014F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7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BCF7-D4C3-7078-170C-766A2B2B7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1E24F-02CE-D632-D9C8-474B394C7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7DC74-8E59-09F0-0299-01AA5381E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E861-AEFB-4A2A-BD73-3575388C019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1D5A3-B8A6-716F-281C-FFFFEEDC0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955AF-D5B5-E069-A304-056834636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CF906-6A89-43A0-9C78-5042014F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051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4B0A-8850-25FF-D992-52176B34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592F4-ABB7-9246-0A06-A4C75D3621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CC54A-EF76-B9C9-3764-F540079A5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CA5EC-39C7-011A-E1B5-4A06D0894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E861-AEFB-4A2A-BD73-3575388C019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92983-42C1-5E42-33D8-1E821074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1D421-25D7-1654-DBC2-A8891A25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CF906-6A89-43A0-9C78-5042014F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976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9C9F-2F76-844A-42F8-689058400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FDE7C-A5EB-CACC-F413-CA88DD3C5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5C3E9-2A40-F95D-DFE8-CC55A51DB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BB138-FC91-8F63-5EDF-1DD480707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FF22F5-30EF-2515-1DFC-E3DADDFAF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25AC8-C681-3951-95B5-0BF67DB08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E861-AEFB-4A2A-BD73-3575388C019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24918A-EE91-FA59-FBC6-9D9112541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FA770-B847-184F-B447-246EF559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CF906-6A89-43A0-9C78-5042014F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74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3761-CE4D-44F7-0CD8-257A2E8C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A3F3F-5F59-B3A1-B55A-54F1C51BC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E861-AEFB-4A2A-BD73-3575388C019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14C1E-BADE-9146-42C7-BC84A2704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0ADAF-25A9-BDAE-E20B-7786ED41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CF906-6A89-43A0-9C78-5042014F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93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613130-D9C7-8603-0FC4-45705B02E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E861-AEFB-4A2A-BD73-3575388C019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AE36E-665F-2219-061C-B796238FA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D0BF4-23D9-0F57-662A-CEA2115EE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CF906-6A89-43A0-9C78-5042014F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44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6371-1DCD-E600-6755-08628CBCC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565B2-EE98-1A9F-4E46-B8877A14E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DDD08-4FF3-0082-2EC4-ACEAD0CD0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06090-5513-F4F9-1AA8-D502F3FC2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E861-AEFB-4A2A-BD73-3575388C019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88C23-0D5F-166A-5F13-36B8AC681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7BD2B-618F-34FB-9C13-64F8D2633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CF906-6A89-43A0-9C78-5042014F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115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90B9-5BFA-0BB7-F7A5-F4006C3C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28C26C-CE98-0086-609E-F960D0556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E7736-DAC2-2801-B131-52202ABA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E99BD-65E8-9A22-9857-B568B55FB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E861-AEFB-4A2A-BD73-3575388C019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502E2-160B-67A4-0323-D7913D390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0D3EF-04B6-7D88-212F-7A12E5592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CF906-6A89-43A0-9C78-5042014F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49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6C24-88A9-453F-4F51-BD521FD9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0F707-B1DD-8BFC-EFD9-28416F53F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392E0-B24F-2E17-3A33-810E7D893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E861-AEFB-4A2A-BD73-3575388C019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92749-592E-08EA-86A4-0F82FC6E1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629C7-E487-2CA2-676E-CDBFD0A0C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CF906-6A89-43A0-9C78-5042014F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48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10E280-A01A-FB7F-F6AE-21E7465C7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DCE84-9D9F-8EB4-27F8-2C69731FE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15F18-820A-460A-BE34-A685CDA8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E861-AEFB-4A2A-BD73-3575388C019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A7B54-A1CB-1D69-5E63-C2FECC5E6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66477-A8C8-B083-52E3-05C30F72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CF906-6A89-43A0-9C78-5042014F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063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EEB1C7-5053-A75D-DB5E-3221AF6FA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51EC9-FCF8-6AFE-0445-0AFEF39D5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64DC5-6A53-25DD-A9C8-797104C1D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CE861-AEFB-4A2A-BD73-3575388C019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121C1-F5CC-8D0A-CC29-3CA76E918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EC9B4-19F8-C6A7-3D97-21B42452E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CF906-6A89-43A0-9C78-5042014F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58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B1B6074-169D-3A7D-96A3-CB1F5CBE9E60}"/>
              </a:ext>
            </a:extLst>
          </p:cNvPr>
          <p:cNvGrpSpPr/>
          <p:nvPr/>
        </p:nvGrpSpPr>
        <p:grpSpPr>
          <a:xfrm>
            <a:off x="439526" y="-2"/>
            <a:ext cx="11312945" cy="6858003"/>
            <a:chOff x="-2" y="-1"/>
            <a:chExt cx="6188076" cy="37512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F247CA-FD36-688D-F165-C6D596A1B837}"/>
                </a:ext>
              </a:extLst>
            </p:cNvPr>
            <p:cNvSpPr/>
            <p:nvPr/>
          </p:nvSpPr>
          <p:spPr>
            <a:xfrm>
              <a:off x="-1" y="-1"/>
              <a:ext cx="6188075" cy="3751263"/>
            </a:xfrm>
            <a:prstGeom prst="rect">
              <a:avLst/>
            </a:prstGeom>
            <a:solidFill>
              <a:srgbClr val="F5F7FA"/>
            </a:solidFill>
            <a:ln w="127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872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3BFB0A2-EB5F-6AA8-C05E-AEAAC6A2D1AB}"/>
                </a:ext>
              </a:extLst>
            </p:cNvPr>
            <p:cNvSpPr/>
            <p:nvPr/>
          </p:nvSpPr>
          <p:spPr>
            <a:xfrm>
              <a:off x="-2" y="0"/>
              <a:ext cx="937261" cy="3751263"/>
            </a:xfrm>
            <a:prstGeom prst="rect">
              <a:avLst/>
            </a:prstGeom>
            <a:solidFill>
              <a:srgbClr val="333A43"/>
            </a:solidFill>
            <a:ln w="127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872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4B87711-5660-249C-839C-9BB4C0272D0B}"/>
              </a:ext>
            </a:extLst>
          </p:cNvPr>
          <p:cNvSpPr/>
          <p:nvPr/>
        </p:nvSpPr>
        <p:spPr>
          <a:xfrm>
            <a:off x="2320183" y="919431"/>
            <a:ext cx="2214992" cy="7522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F01CF9-8786-B319-37EE-9DD8840F8827}"/>
              </a:ext>
            </a:extLst>
          </p:cNvPr>
          <p:cNvSpPr/>
          <p:nvPr/>
        </p:nvSpPr>
        <p:spPr>
          <a:xfrm>
            <a:off x="4674479" y="919431"/>
            <a:ext cx="2214992" cy="7522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7F61D3-B5D5-2B7C-BCC7-7FF346449513}"/>
              </a:ext>
            </a:extLst>
          </p:cNvPr>
          <p:cNvSpPr/>
          <p:nvPr/>
        </p:nvSpPr>
        <p:spPr>
          <a:xfrm>
            <a:off x="7056641" y="919431"/>
            <a:ext cx="2214992" cy="7522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2A423E-5BF1-8334-A61A-C6A522A5E9DD}"/>
              </a:ext>
            </a:extLst>
          </p:cNvPr>
          <p:cNvSpPr/>
          <p:nvPr/>
        </p:nvSpPr>
        <p:spPr>
          <a:xfrm>
            <a:off x="9438804" y="919431"/>
            <a:ext cx="2214992" cy="7522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CD0532-C120-B344-1C05-5042DAA6A3AF}"/>
              </a:ext>
            </a:extLst>
          </p:cNvPr>
          <p:cNvSpPr/>
          <p:nvPr/>
        </p:nvSpPr>
        <p:spPr>
          <a:xfrm>
            <a:off x="2320183" y="1797069"/>
            <a:ext cx="3157640" cy="24053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1FDB09-448F-4AA9-0582-C515696624A2}"/>
              </a:ext>
            </a:extLst>
          </p:cNvPr>
          <p:cNvSpPr/>
          <p:nvPr/>
        </p:nvSpPr>
        <p:spPr>
          <a:xfrm>
            <a:off x="5570696" y="1797069"/>
            <a:ext cx="2793892" cy="24053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448847-426D-9F45-161D-3C42292B92DC}"/>
              </a:ext>
            </a:extLst>
          </p:cNvPr>
          <p:cNvSpPr/>
          <p:nvPr/>
        </p:nvSpPr>
        <p:spPr>
          <a:xfrm>
            <a:off x="8457460" y="1797069"/>
            <a:ext cx="3196337" cy="24053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0B875A-04F8-AEF3-DCAD-36EB8778E6FB}"/>
              </a:ext>
            </a:extLst>
          </p:cNvPr>
          <p:cNvSpPr/>
          <p:nvPr/>
        </p:nvSpPr>
        <p:spPr>
          <a:xfrm>
            <a:off x="2320183" y="4327534"/>
            <a:ext cx="4248884" cy="24053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C212D4-AFCA-1688-9943-4103EC213750}"/>
              </a:ext>
            </a:extLst>
          </p:cNvPr>
          <p:cNvSpPr/>
          <p:nvPr/>
        </p:nvSpPr>
        <p:spPr>
          <a:xfrm>
            <a:off x="6677418" y="4327534"/>
            <a:ext cx="4976379" cy="24053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</p:spTree>
    <p:extLst>
      <p:ext uri="{BB962C8B-B14F-4D97-AF65-F5344CB8AC3E}">
        <p14:creationId xmlns:p14="http://schemas.microsoft.com/office/powerpoint/2010/main" val="1982281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1351B-5FE5-5C94-1B26-CEED72435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9AFE289-28E4-5176-EA6B-669FBB6CCE18}"/>
              </a:ext>
            </a:extLst>
          </p:cNvPr>
          <p:cNvGrpSpPr/>
          <p:nvPr/>
        </p:nvGrpSpPr>
        <p:grpSpPr>
          <a:xfrm>
            <a:off x="439526" y="-2"/>
            <a:ext cx="11312945" cy="6858003"/>
            <a:chOff x="-2" y="-1"/>
            <a:chExt cx="6188076" cy="37512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69C113A-C292-80C3-E40F-1C36083B761B}"/>
                </a:ext>
              </a:extLst>
            </p:cNvPr>
            <p:cNvSpPr/>
            <p:nvPr/>
          </p:nvSpPr>
          <p:spPr>
            <a:xfrm>
              <a:off x="-1" y="-1"/>
              <a:ext cx="6188075" cy="3751263"/>
            </a:xfrm>
            <a:prstGeom prst="rect">
              <a:avLst/>
            </a:prstGeom>
            <a:solidFill>
              <a:srgbClr val="F5F7FA"/>
            </a:solidFill>
            <a:ln w="127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872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34945D-D0FD-3F81-6966-E5C6BFBEE6B7}"/>
                </a:ext>
              </a:extLst>
            </p:cNvPr>
            <p:cNvSpPr/>
            <p:nvPr/>
          </p:nvSpPr>
          <p:spPr>
            <a:xfrm>
              <a:off x="-2" y="0"/>
              <a:ext cx="937261" cy="3751263"/>
            </a:xfrm>
            <a:prstGeom prst="rect">
              <a:avLst/>
            </a:prstGeom>
            <a:solidFill>
              <a:srgbClr val="333A43"/>
            </a:solidFill>
            <a:ln w="127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872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A69D06C-1FEC-AEC1-4CF6-16DA1B415015}"/>
              </a:ext>
            </a:extLst>
          </p:cNvPr>
          <p:cNvSpPr/>
          <p:nvPr/>
        </p:nvSpPr>
        <p:spPr>
          <a:xfrm>
            <a:off x="2320182" y="919431"/>
            <a:ext cx="9254352" cy="406394"/>
          </a:xfrm>
          <a:prstGeom prst="rect">
            <a:avLst/>
          </a:prstGeom>
          <a:solidFill>
            <a:srgbClr val="333A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47ED6C-5D67-E9D3-BA23-DD32880BDED3}"/>
              </a:ext>
            </a:extLst>
          </p:cNvPr>
          <p:cNvSpPr/>
          <p:nvPr/>
        </p:nvSpPr>
        <p:spPr>
          <a:xfrm>
            <a:off x="2320183" y="1325825"/>
            <a:ext cx="9254350" cy="12175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91B9F5-ABAB-41D8-3C90-C4D845F55015}"/>
              </a:ext>
            </a:extLst>
          </p:cNvPr>
          <p:cNvSpPr/>
          <p:nvPr/>
        </p:nvSpPr>
        <p:spPr>
          <a:xfrm>
            <a:off x="2320183" y="2709295"/>
            <a:ext cx="9254350" cy="12175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06F0A8-0570-3580-5904-8864517E5B2B}"/>
              </a:ext>
            </a:extLst>
          </p:cNvPr>
          <p:cNvSpPr/>
          <p:nvPr/>
        </p:nvSpPr>
        <p:spPr>
          <a:xfrm>
            <a:off x="2320181" y="4092764"/>
            <a:ext cx="9254350" cy="12175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9E8EF3-F27F-830C-64DF-846F04DB2953}"/>
              </a:ext>
            </a:extLst>
          </p:cNvPr>
          <p:cNvSpPr/>
          <p:nvPr/>
        </p:nvSpPr>
        <p:spPr>
          <a:xfrm>
            <a:off x="2320181" y="5475382"/>
            <a:ext cx="9254350" cy="12175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91"/>
          </a:p>
        </p:txBody>
      </p:sp>
    </p:spTree>
    <p:extLst>
      <p:ext uri="{BB962C8B-B14F-4D97-AF65-F5344CB8AC3E}">
        <p14:creationId xmlns:p14="http://schemas.microsoft.com/office/powerpoint/2010/main" val="437415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Sanket Kshirsagar</dc:creator>
  <cp:lastModifiedBy>Sanket Kshirsagar</cp:lastModifiedBy>
  <cp:revision>1</cp:revision>
  <dcterms:created xsi:type="dcterms:W3CDTF">2026-04-22T05:51:48Z</dcterms:created>
  <dcterms:modified xsi:type="dcterms:W3CDTF">2026-04-22T05:52:21Z</dcterms:modified>
</cp:coreProperties>
</file>